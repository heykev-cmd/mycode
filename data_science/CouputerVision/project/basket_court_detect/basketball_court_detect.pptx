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02E8B7-71B1-4ADF-A2EC-9E872B2CF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8EFCBBA-8E71-4525-A0B3-091678431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3F87D5-7D08-46D2-9282-5DD4F3348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6E86-45C2-4660-BC20-E58A547C624D}" type="datetimeFigureOut">
              <a:rPr lang="zh-TW" altLang="en-US" smtClean="0"/>
              <a:t>2020/12/14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E95A0B-423A-447C-AD90-9760B86C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3A9593-C207-44CB-9815-7153A7CBD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6F0C-32ED-49DA-8297-140B0822A6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271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967EFC-E46F-4303-AEAB-B4F6446DC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8289C8-95B9-44D4-9DBD-1B0D603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C9631F-22C3-4CEB-B52E-723FF694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6E86-45C2-4660-BC20-E58A547C624D}" type="datetimeFigureOut">
              <a:rPr lang="zh-TW" altLang="en-US" smtClean="0"/>
              <a:t>2020/12/14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29625B-05D6-4E70-96E6-021E762C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2830B7-53F8-401C-A903-DF5FA99F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6F0C-32ED-49DA-8297-140B0822A6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4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D6CF77-08C6-450A-B6CE-7805D44DF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D217E9-A88B-4E97-8AFD-F50D13E1E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97EFE3-E94A-42DB-9CC8-F98012C3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6E86-45C2-4660-BC20-E58A547C624D}" type="datetimeFigureOut">
              <a:rPr lang="zh-TW" altLang="en-US" smtClean="0"/>
              <a:t>2020/12/14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EA9CD0-7EA8-4B08-B15C-E7F1DFBA5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39160C-2D7A-4507-BB9E-19019334F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6F0C-32ED-49DA-8297-140B0822A6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5978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3ED98B-91FB-4135-B63A-97D44E546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A5BCEC-57E6-42C2-BEB3-50459EA9B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A3B4A19-4CA6-4ADB-B470-7FF07A034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562BEDD-9AFE-438A-906E-08CE32BCC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6E86-45C2-4660-BC20-E58A547C624D}" type="datetimeFigureOut">
              <a:rPr lang="zh-TW" altLang="en-US" smtClean="0"/>
              <a:t>2020/12/14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1089251-5899-40BA-9244-4B54FE2F2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062BD77-79DF-4184-B863-763F4CEC3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6F0C-32ED-49DA-8297-140B0822A6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322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CEB99-3561-463E-A815-A81FAE2B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1EEB714-0A5E-4740-A4A9-8F69271CC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F6FDFD0-0B23-43CA-80FE-7236A29EB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077E450-BC89-4F7F-9A50-9B20BF2A4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1757127-02C5-4658-A144-0BF39844A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D823DD6-1AA0-4DFC-A694-6F2DB018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6E86-45C2-4660-BC20-E58A547C624D}" type="datetimeFigureOut">
              <a:rPr lang="zh-TW" altLang="en-US" smtClean="0"/>
              <a:t>2020/12/14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4A69D7B-A6FA-4830-9857-D29DD27A7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95666EE-41C6-4503-8655-12E8EB5AD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6F0C-32ED-49DA-8297-140B0822A6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2686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FBFCFE-7E66-4C04-BADB-325C547B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D9D82D-F3EB-44DD-ACBB-43D577182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6E86-45C2-4660-BC20-E58A547C624D}" type="datetimeFigureOut">
              <a:rPr lang="zh-TW" altLang="en-US" smtClean="0"/>
              <a:t>2020/12/14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A48EDC7-900A-44A7-A1E2-B3473D824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70D22F4-2CEB-4766-94F8-CE40801B5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6F0C-32ED-49DA-8297-140B0822A6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7930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08CDF3A-69D3-4824-BDE2-5439C2006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6E86-45C2-4660-BC20-E58A547C624D}" type="datetimeFigureOut">
              <a:rPr lang="zh-TW" altLang="en-US" smtClean="0"/>
              <a:t>2020/12/14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E5DA73E-2186-422B-8E41-D60CDCBC9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E8AA1C-4421-4BB2-AACC-0DF8E45D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6F0C-32ED-49DA-8297-140B0822A6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2546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9B1D4D-54FB-46A8-B582-3CBCB539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B49D68-9917-4F5E-8EFB-95E178535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703FA3-CE94-4949-87BD-D2D96B5F3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5FB6ED-4DD7-4649-A72A-0ABF57375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6E86-45C2-4660-BC20-E58A547C624D}" type="datetimeFigureOut">
              <a:rPr lang="zh-TW" altLang="en-US" smtClean="0"/>
              <a:t>2020/12/14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116E2D-D867-46E0-8CAA-64DA1AA51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4E199F4-3195-45AE-A3BA-E615AD9C5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6F0C-32ED-49DA-8297-140B0822A6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122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18498B-6046-46E5-A167-2FE29D0B2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72B314B-63A8-4EAE-B0B7-EDB592009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4071CDD-FE8A-4B7A-9588-FEE1C7ABD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1BEF04C-B4ED-45B4-A1C1-9D1712EF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6E86-45C2-4660-BC20-E58A547C624D}" type="datetimeFigureOut">
              <a:rPr lang="zh-TW" altLang="en-US" smtClean="0"/>
              <a:t>2020/12/14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5CADFB-C8FF-47DB-9668-F4EF5B36B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16CB548-5ECC-4004-A122-E090E5DC1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6F0C-32ED-49DA-8297-140B0822A6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4845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344E5E-8C5A-4412-8991-7DF15E7A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FF8146E-5592-405E-8D2E-89FFEA1BD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AE24CF-4A33-431E-BE01-331A96770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6E86-45C2-4660-BC20-E58A547C624D}" type="datetimeFigureOut">
              <a:rPr lang="zh-TW" altLang="en-US" smtClean="0"/>
              <a:t>2020/12/14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2F01BD-F260-4221-92CC-CC1F9A70C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E7587A-57C6-42C7-8046-C23D0B11C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6F0C-32ED-49DA-8297-140B0822A6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0202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1023230-1FB8-48E1-8799-F3E9169D13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A140F47-1E69-41F2-89E5-FFFFC6954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0C5277-C8A9-423A-8388-F6510AB0F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6E86-45C2-4660-BC20-E58A547C624D}" type="datetimeFigureOut">
              <a:rPr lang="zh-TW" altLang="en-US" smtClean="0"/>
              <a:t>2020/12/14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996831-DC45-48B4-AFB4-C618460E9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7571A2-BC0A-48F0-8FC3-A0A8C41DF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6F0C-32ED-49DA-8297-140B0822A6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3710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64383F-64D6-4F27-B8D4-3779923C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53999DC-B650-4E6F-83BC-45B3D5E37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0AD53C-29F4-4B46-8AA2-0136C33C9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46E86-45C2-4660-BC20-E58A547C624D}" type="datetimeFigureOut">
              <a:rPr lang="zh-TW" altLang="en-US" smtClean="0"/>
              <a:t>2020/12/14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DB8791-C01B-438B-B330-2FA1AA12C9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F17492-1A4C-4793-A604-7CA4B2CA8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26F0C-32ED-49DA-8297-140B0822A6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804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20C548-27CD-4FAB-BF69-4294F86C43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BEFAF72-B3BD-4EE5-8C14-D34FBB70AD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3034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7FD3F5-C953-4FD5-A671-A0551AABB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Original </a:t>
            </a:r>
            <a:r>
              <a:rPr lang="en-US" altLang="zh-TW"/>
              <a:t>Img</a:t>
            </a:r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0D2F03D-D7A8-47C8-B5F5-34D4FCFFDE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1531166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4F82CE-8C40-4EF1-8728-B3555D6BF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99915"/>
          </a:xfrm>
        </p:spPr>
        <p:txBody>
          <a:bodyPr/>
          <a:lstStyle/>
          <a:p>
            <a:pPr algn="ctr"/>
            <a:r>
              <a:rPr lang="en-US" altLang="zh-TW" dirty="0"/>
              <a:t>Image process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9296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3D9D74-F263-40D0-9B36-18F8A7DE5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Picture </a:t>
            </a:r>
            <a:r>
              <a:rPr lang="en-US" altLang="zh-TW" b="0" i="0" dirty="0">
                <a:solidFill>
                  <a:srgbClr val="393C3C"/>
                </a:solidFill>
                <a:effectLst/>
                <a:latin typeface="Arial" panose="020B0604020202020204" pitchFamily="34" charset="0"/>
              </a:rPr>
              <a:t>Binarization(</a:t>
            </a:r>
            <a:r>
              <a:rPr lang="zh-TW" altLang="en-US" b="0" i="0" dirty="0">
                <a:solidFill>
                  <a:srgbClr val="393C3C"/>
                </a:solidFill>
                <a:effectLst/>
                <a:latin typeface="Arial" panose="020B0604020202020204" pitchFamily="34" charset="0"/>
              </a:rPr>
              <a:t>二值化</a:t>
            </a:r>
            <a:r>
              <a:rPr lang="en-US" altLang="zh-TW" b="0" i="0" dirty="0">
                <a:solidFill>
                  <a:srgbClr val="393C3C"/>
                </a:solidFill>
                <a:effectLst/>
                <a:latin typeface="Arial" panose="020B0604020202020204" pitchFamily="34" charset="0"/>
              </a:rPr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495BD0-CEDD-44CF-856F-CDDEBF6FE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cv2.threshold(img,241,255,cv2.THRESH_BINARY)</a:t>
            </a:r>
          </a:p>
          <a:p>
            <a:r>
              <a:rPr lang="en-US" altLang="zh-TW" dirty="0"/>
              <a:t>Threshold 241, if  bigger than 241, then turn into 255(white) , similarly, values smaller than 241, turns into 0(black).</a:t>
            </a: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8E827F8-1207-4308-B1AB-FF3E1EE2A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440" y="3246755"/>
            <a:ext cx="5770880" cy="324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611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A75324-CC37-4C8C-8937-127CFCF6F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Get RGB R Layer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161B48-2980-480C-A2C6-58DB821A7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img_bi_gray</a:t>
            </a:r>
            <a:r>
              <a:rPr lang="en-US" altLang="zh-TW" dirty="0"/>
              <a:t>=</a:t>
            </a:r>
            <a:r>
              <a:rPr lang="en-US" altLang="zh-TW" dirty="0" err="1"/>
              <a:t>img_bi</a:t>
            </a:r>
            <a:r>
              <a:rPr lang="en-US" altLang="zh-TW" dirty="0"/>
              <a:t>[:,:,2]</a:t>
            </a:r>
          </a:p>
          <a:p>
            <a:r>
              <a:rPr lang="en-US" altLang="zh-TW" dirty="0"/>
              <a:t>Instead of converting to Gray(cv2.cvtColor(img,cv2.COLOR_RGB2GRAY)), after binarization, values are mostly concentrated in Red Layer, thus extracting Red layer gets a explicit value.    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5C142E-2DB1-4BF2-B486-D884D56A1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79799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429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380FAE-1CE7-41B0-86B3-84D769371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Gaussian </a:t>
            </a:r>
            <a:r>
              <a:rPr lang="en-US" altLang="zh-TW" dirty="0" err="1"/>
              <a:t>Blurrized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DB1B72-27CF-4955-B27E-32D9FA29A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img_bi_gray</a:t>
            </a:r>
            <a:r>
              <a:rPr lang="en-US" altLang="zh-TW" dirty="0"/>
              <a:t> = cv2.GaussianBlur(</a:t>
            </a:r>
            <a:r>
              <a:rPr lang="en-US" altLang="zh-TW" dirty="0" err="1"/>
              <a:t>img_bi_gray</a:t>
            </a:r>
            <a:r>
              <a:rPr lang="en-US" altLang="zh-TW" dirty="0"/>
              <a:t>, (5,7), 0)</a:t>
            </a:r>
          </a:p>
          <a:p>
            <a:r>
              <a:rPr lang="en-US" altLang="zh-TW" dirty="0"/>
              <a:t>Kernel 5*7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51502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E456FB-1C9D-4F84-BCD8-F2F029027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Canny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4D8D64-465E-42D9-8B0F-1EDB47E75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cv2.Canny(img_bi_gray,150 ,200,apertureSize = 7)</a:t>
            </a:r>
          </a:p>
          <a:p>
            <a:r>
              <a:rPr lang="en-US" altLang="zh-TW" dirty="0"/>
              <a:t>150-&gt; the threshold of canny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D9DED7B-30BF-4379-B752-4BE29C2DB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720" y="2811780"/>
            <a:ext cx="7193280" cy="404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887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9A5C4B-81FE-413F-8194-C74189BED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HoughLinesP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D89DB7-0F0C-4A8A-BC68-12D0B0FB3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TW" dirty="0"/>
              <a:t>cv2.HoughLinesP(canny,1,np.pi/180,1,0.1,350,65)</a:t>
            </a:r>
          </a:p>
          <a:p>
            <a:r>
              <a:rPr lang="en-US" altLang="zh-TW" dirty="0"/>
              <a:t># </a:t>
            </a:r>
            <a:r>
              <a:rPr lang="en-US" altLang="zh-TW" dirty="0" err="1"/>
              <a:t>HoughLinesP</a:t>
            </a:r>
            <a:r>
              <a:rPr lang="en-US" altLang="zh-TW" dirty="0"/>
              <a:t>(image, rho, theta, threshold, lines=None, </a:t>
            </a:r>
            <a:r>
              <a:rPr lang="en-US" altLang="zh-TW" dirty="0" err="1"/>
              <a:t>minLineLength</a:t>
            </a:r>
            <a:r>
              <a:rPr lang="en-US" altLang="zh-TW" dirty="0"/>
              <a:t>=None, </a:t>
            </a:r>
            <a:r>
              <a:rPr lang="en-US" altLang="zh-TW" dirty="0" err="1"/>
              <a:t>maxLineGap</a:t>
            </a:r>
            <a:r>
              <a:rPr lang="en-US" altLang="zh-TW" dirty="0"/>
              <a:t>=None) </a:t>
            </a:r>
          </a:p>
          <a:p>
            <a:endParaRPr lang="en-US" altLang="zh-TW" dirty="0"/>
          </a:p>
          <a:p>
            <a:r>
              <a:rPr lang="en-US" altLang="zh-TW" dirty="0"/>
              <a:t># image</a:t>
            </a:r>
            <a:r>
              <a:rPr lang="zh-TW" altLang="en-US" dirty="0"/>
              <a:t>： 必须是二值图像，推荐使用</a:t>
            </a:r>
            <a:r>
              <a:rPr lang="en-US" altLang="zh-TW" dirty="0"/>
              <a:t>canny</a:t>
            </a:r>
            <a:r>
              <a:rPr lang="zh-TW" altLang="en-US" dirty="0"/>
              <a:t>边缘检测的结果图像； </a:t>
            </a:r>
          </a:p>
          <a:p>
            <a:r>
              <a:rPr lang="en-US" altLang="zh-TW" dirty="0"/>
              <a:t># rho: </a:t>
            </a:r>
            <a:r>
              <a:rPr lang="zh-TW" altLang="en-US" dirty="0"/>
              <a:t>线段以像素为单位的距离精度，</a:t>
            </a:r>
            <a:r>
              <a:rPr lang="en-US" altLang="zh-TW" dirty="0"/>
              <a:t>double</a:t>
            </a:r>
            <a:r>
              <a:rPr lang="zh-TW" altLang="en-US" dirty="0"/>
              <a:t>类型的，推荐用</a:t>
            </a:r>
            <a:r>
              <a:rPr lang="en-US" altLang="zh-TW" dirty="0"/>
              <a:t>1.0 </a:t>
            </a:r>
          </a:p>
          <a:p>
            <a:r>
              <a:rPr lang="en-US" altLang="zh-TW" dirty="0"/>
              <a:t># theta</a:t>
            </a:r>
            <a:r>
              <a:rPr lang="zh-TW" altLang="en-US" dirty="0"/>
              <a:t>： 线段以弧度为单位的角度精度，推荐用</a:t>
            </a:r>
            <a:r>
              <a:rPr lang="en-US" altLang="zh-TW" dirty="0" err="1"/>
              <a:t>numpy.pi</a:t>
            </a:r>
            <a:r>
              <a:rPr lang="en-US" altLang="zh-TW" dirty="0"/>
              <a:t>/180 </a:t>
            </a:r>
          </a:p>
          <a:p>
            <a:r>
              <a:rPr lang="en-US" altLang="zh-TW" dirty="0"/>
              <a:t># threshold: The minimum number of intersecting points to detect a line.</a:t>
            </a:r>
          </a:p>
          <a:p>
            <a:r>
              <a:rPr lang="en-US" altLang="zh-TW" dirty="0"/>
              <a:t># </a:t>
            </a:r>
            <a:r>
              <a:rPr lang="en-US" altLang="zh-TW" dirty="0" err="1"/>
              <a:t>threshod</a:t>
            </a:r>
            <a:r>
              <a:rPr lang="en-US" altLang="zh-TW" dirty="0"/>
              <a:t>: </a:t>
            </a:r>
            <a:r>
              <a:rPr lang="zh-TW" altLang="en-US" dirty="0"/>
              <a:t>累加平面的阈值参数，</a:t>
            </a:r>
            <a:r>
              <a:rPr lang="en-US" altLang="zh-TW" dirty="0"/>
              <a:t>int</a:t>
            </a:r>
            <a:r>
              <a:rPr lang="zh-TW" altLang="en-US" dirty="0"/>
              <a:t>类型，超过设定阈值才被检测出线段，值越大，基本上意味着检出的线段越长，检出的线段个数越少。根据情况推荐先用</a:t>
            </a:r>
            <a:r>
              <a:rPr lang="en-US" altLang="zh-TW" dirty="0"/>
              <a:t>100</a:t>
            </a:r>
            <a:r>
              <a:rPr lang="zh-TW" altLang="en-US" dirty="0"/>
              <a:t>试试</a:t>
            </a:r>
          </a:p>
          <a:p>
            <a:r>
              <a:rPr lang="en-US" altLang="zh-TW" dirty="0"/>
              <a:t># lines</a:t>
            </a:r>
            <a:r>
              <a:rPr lang="zh-TW" altLang="en-US" dirty="0"/>
              <a:t>：这个参数的意义未知，发现不同的</a:t>
            </a:r>
            <a:r>
              <a:rPr lang="en-US" altLang="zh-TW" dirty="0"/>
              <a:t>lines</a:t>
            </a:r>
            <a:r>
              <a:rPr lang="zh-TW" altLang="en-US" dirty="0"/>
              <a:t>对结果没影响，但是不要忽略了它的存在 </a:t>
            </a:r>
          </a:p>
          <a:p>
            <a:r>
              <a:rPr lang="en-US" altLang="zh-TW" dirty="0"/>
              <a:t># </a:t>
            </a:r>
            <a:r>
              <a:rPr lang="en-US" altLang="zh-TW" dirty="0" err="1"/>
              <a:t>minLineLength</a:t>
            </a:r>
            <a:r>
              <a:rPr lang="zh-TW" altLang="en-US" dirty="0"/>
              <a:t>：线段以像素为单位的最小长度，根据应用场景设置 </a:t>
            </a:r>
          </a:p>
          <a:p>
            <a:r>
              <a:rPr lang="en-US" altLang="zh-TW" dirty="0"/>
              <a:t># </a:t>
            </a:r>
            <a:r>
              <a:rPr lang="en-US" altLang="zh-TW" dirty="0" err="1"/>
              <a:t>maxLineGap</a:t>
            </a:r>
            <a:r>
              <a:rPr lang="zh-TW" altLang="en-US" dirty="0"/>
              <a:t>：同一方向上两条线段判定为一条线段的最大允许间隔（断裂），超过了设定值，则把两条线段当成一条线段，值越大，允许线段上的断裂越大，越有可能检出潜在的直线段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6005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91C0B1-444E-4C8E-BBB0-41D0796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07884A11-068F-4511-A000-687EA4819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zh-TW" dirty="0"/>
          </a:p>
          <a:p>
            <a:pPr algn="ctr"/>
            <a:endParaRPr lang="en-US" altLang="zh-TW"/>
          </a:p>
          <a:p>
            <a:pPr algn="ctr"/>
            <a:r>
              <a:rPr lang="en-US" altLang="zh-TW"/>
              <a:t>HoughLines</a:t>
            </a:r>
            <a:r>
              <a:rPr lang="en-US" altLang="zh-TW" dirty="0"/>
              <a:t>	(endless lines)	</a:t>
            </a:r>
            <a:br>
              <a:rPr lang="en-US" altLang="zh-TW" dirty="0"/>
            </a:br>
            <a:r>
              <a:rPr lang="en-US" altLang="zh-TW" dirty="0" err="1"/>
              <a:t>HoughLinesP</a:t>
            </a:r>
            <a:r>
              <a:rPr lang="en-US" altLang="zh-TW" dirty="0"/>
              <a:t>(lines with end point)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27250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37ED34-0913-4495-AD5D-207A6B12A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C7D0CDD-1B79-4879-9F25-F357106C6B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1211011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484</Words>
  <Application>Microsoft Office PowerPoint</Application>
  <PresentationFormat>寬螢幕</PresentationFormat>
  <Paragraphs>30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佈景主題</vt:lpstr>
      <vt:lpstr>PowerPoint 簡報</vt:lpstr>
      <vt:lpstr>Original Img</vt:lpstr>
      <vt:lpstr>Image process</vt:lpstr>
      <vt:lpstr>Picture Binarization(二值化)</vt:lpstr>
      <vt:lpstr>Get RGB R Layer</vt:lpstr>
      <vt:lpstr>Gaussian Blurrized</vt:lpstr>
      <vt:lpstr>Canny</vt:lpstr>
      <vt:lpstr>HoughLinesP 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柏廷 周</dc:creator>
  <cp:lastModifiedBy>柏廷 周</cp:lastModifiedBy>
  <cp:revision>24</cp:revision>
  <dcterms:created xsi:type="dcterms:W3CDTF">2020-12-09T07:36:59Z</dcterms:created>
  <dcterms:modified xsi:type="dcterms:W3CDTF">2020-12-14T09:26:17Z</dcterms:modified>
</cp:coreProperties>
</file>